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5F31-05D4-422D-8E39-0B0497650762}" type="datetimeFigureOut">
              <a:rPr lang="es-AR" smtClean="0"/>
              <a:t>15/10/2025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A66B5-FAFC-4AD5-BFF2-1FE3506564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38220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5F31-05D4-422D-8E39-0B0497650762}" type="datetimeFigureOut">
              <a:rPr lang="es-AR" smtClean="0"/>
              <a:t>15/10/2025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A66B5-FAFC-4AD5-BFF2-1FE3506564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83669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5F31-05D4-422D-8E39-0B0497650762}" type="datetimeFigureOut">
              <a:rPr lang="es-AR" smtClean="0"/>
              <a:t>15/10/2025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A66B5-FAFC-4AD5-BFF2-1FE3506564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61199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5F31-05D4-422D-8E39-0B0497650762}" type="datetimeFigureOut">
              <a:rPr lang="es-AR" smtClean="0"/>
              <a:t>15/10/2025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A66B5-FAFC-4AD5-BFF2-1FE3506564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7004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5F31-05D4-422D-8E39-0B0497650762}" type="datetimeFigureOut">
              <a:rPr lang="es-AR" smtClean="0"/>
              <a:t>15/10/2025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A66B5-FAFC-4AD5-BFF2-1FE3506564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88966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5F31-05D4-422D-8E39-0B0497650762}" type="datetimeFigureOut">
              <a:rPr lang="es-AR" smtClean="0"/>
              <a:t>15/10/2025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A66B5-FAFC-4AD5-BFF2-1FE3506564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37694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5F31-05D4-422D-8E39-0B0497650762}" type="datetimeFigureOut">
              <a:rPr lang="es-AR" smtClean="0"/>
              <a:t>15/10/2025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A66B5-FAFC-4AD5-BFF2-1FE3506564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37828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5F31-05D4-422D-8E39-0B0497650762}" type="datetimeFigureOut">
              <a:rPr lang="es-AR" smtClean="0"/>
              <a:t>15/10/2025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A66B5-FAFC-4AD5-BFF2-1FE3506564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23819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5F31-05D4-422D-8E39-0B0497650762}" type="datetimeFigureOut">
              <a:rPr lang="es-AR" smtClean="0"/>
              <a:t>15/10/2025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A66B5-FAFC-4AD5-BFF2-1FE3506564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7734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5F31-05D4-422D-8E39-0B0497650762}" type="datetimeFigureOut">
              <a:rPr lang="es-AR" smtClean="0"/>
              <a:t>15/10/2025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A66B5-FAFC-4AD5-BFF2-1FE3506564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48643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5F31-05D4-422D-8E39-0B0497650762}" type="datetimeFigureOut">
              <a:rPr lang="es-AR" smtClean="0"/>
              <a:t>15/10/2025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A66B5-FAFC-4AD5-BFF2-1FE3506564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99744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05F31-05D4-422D-8E39-0B0497650762}" type="datetimeFigureOut">
              <a:rPr lang="es-AR" smtClean="0"/>
              <a:t>15/10/2025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7A66B5-FAFC-4AD5-BFF2-1FE3506564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46706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9817" y="939483"/>
            <a:ext cx="11852366" cy="2387600"/>
          </a:xfrm>
        </p:spPr>
        <p:txBody>
          <a:bodyPr>
            <a:prstTxWarp prst="textPlain">
              <a:avLst/>
            </a:prstTxWarp>
            <a:noAutofit/>
          </a:bodyPr>
          <a:lstStyle/>
          <a:p>
            <a:r>
              <a:rPr lang="es-AR" sz="8000" u="sng" dirty="0" smtClean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Gill Sans Ultra Bold Condensed" panose="020B0A06020104020203" pitchFamily="34" charset="0"/>
              </a:rPr>
              <a:t>PROYECTO TECNOLOGICO EN INFORMATICA </a:t>
            </a:r>
            <a:endParaRPr lang="es-AR" sz="8000" u="sng" dirty="0"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  <a:latin typeface="Gill Sans Ultra Bold Condensed" panose="020B0A06020104020203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54034" y="3497534"/>
            <a:ext cx="10768149" cy="3138396"/>
          </a:xfrm>
        </p:spPr>
        <p:txBody>
          <a:bodyPr>
            <a:normAutofit/>
          </a:bodyPr>
          <a:lstStyle/>
          <a:p>
            <a:pPr algn="l"/>
            <a:r>
              <a:rPr lang="es-AR" sz="3200" dirty="0" smtClean="0">
                <a:latin typeface="Bahnschrift SemiBold Condensed" panose="020B0502040204020203" pitchFamily="34" charset="0"/>
              </a:rPr>
              <a:t>Entrega: 9-10</a:t>
            </a:r>
          </a:p>
          <a:p>
            <a:pPr algn="l"/>
            <a:r>
              <a:rPr lang="es-AR" sz="3200" dirty="0" smtClean="0">
                <a:latin typeface="Bahnschrift SemiBold Condensed" panose="020B0502040204020203" pitchFamily="34" charset="0"/>
              </a:rPr>
              <a:t>Alumna: Arana Milagros Bernardina </a:t>
            </a:r>
          </a:p>
          <a:p>
            <a:pPr algn="l"/>
            <a:r>
              <a:rPr lang="es-AR" sz="3200" dirty="0" smtClean="0">
                <a:latin typeface="Bahnschrift SemiBold Condensed" panose="020B0502040204020203" pitchFamily="34" charset="0"/>
              </a:rPr>
              <a:t>Curso: 5to año</a:t>
            </a:r>
          </a:p>
          <a:p>
            <a:pPr algn="l"/>
            <a:r>
              <a:rPr lang="es-AR" sz="3200" dirty="0" smtClean="0">
                <a:latin typeface="Bahnschrift SemiBold Condensed" panose="020B0502040204020203" pitchFamily="34" charset="0"/>
              </a:rPr>
              <a:t>Sede: Agua de Castilla</a:t>
            </a:r>
          </a:p>
          <a:p>
            <a:pPr algn="l"/>
            <a:r>
              <a:rPr lang="es-AR" sz="3200" dirty="0" smtClean="0">
                <a:latin typeface="Bahnschrift SemiBold Condensed" panose="020B0502040204020203" pitchFamily="34" charset="0"/>
              </a:rPr>
              <a:t>Fecha de presentación: 15-10-25</a:t>
            </a:r>
            <a:endParaRPr lang="es-AR" sz="3200" dirty="0">
              <a:latin typeface="Bahnschrift SemiBold Condensed" panose="020B0502040204020203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233" y="3656581"/>
            <a:ext cx="5022458" cy="282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250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4800" dirty="0">
                <a:latin typeface="Bahnschrift SemiBold Condensed" panose="020B0502040204020203" pitchFamily="34" charset="0"/>
              </a:rPr>
              <a:t>¿Qué es una página web?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59866" y="1419879"/>
            <a:ext cx="5627914" cy="1605895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s-MX" dirty="0" smtClean="0"/>
              <a:t>Una página web es un documento electrónico, que se puede acceder a través de un navegador web. Las páginas web pueden contener texto, imágenes, videos, audio y otros elementos que se utilizan para comunicar información, promocionar productos o servicios. </a:t>
            </a:r>
          </a:p>
        </p:txBody>
      </p:sp>
      <p:sp>
        <p:nvSpPr>
          <p:cNvPr id="4" name="Rectángulo 3"/>
          <p:cNvSpPr/>
          <p:nvPr/>
        </p:nvSpPr>
        <p:spPr>
          <a:xfrm>
            <a:off x="705395" y="3231270"/>
            <a:ext cx="109619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4800" dirty="0" smtClean="0">
                <a:latin typeface="Bahnschrift SemiBold Condensed" panose="020B0502040204020203" pitchFamily="34" charset="0"/>
              </a:rPr>
              <a:t>Diferencia entre HTML y CSS.</a:t>
            </a:r>
            <a:endParaRPr lang="es-AR" sz="4800" dirty="0">
              <a:latin typeface="Bahnschrift SemiBold Condensed" panose="020B0502040204020203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6394396" y="676543"/>
            <a:ext cx="297820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b="1" dirty="0" smtClean="0"/>
              <a:t>Tipos de pagina web</a:t>
            </a:r>
            <a:r>
              <a:rPr lang="es-MX" sz="2000" dirty="0" smtClean="0"/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MX" sz="2000" dirty="0" smtClean="0"/>
              <a:t>Personal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MX" sz="2000" dirty="0" smtClean="0"/>
              <a:t>Negocios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MX" sz="2000" dirty="0" smtClean="0"/>
              <a:t>Entretenimientos </a:t>
            </a:r>
            <a:endParaRPr lang="es-AR" sz="2000" dirty="0"/>
          </a:p>
        </p:txBody>
      </p:sp>
      <p:sp>
        <p:nvSpPr>
          <p:cNvPr id="6" name="Rectángulo 5"/>
          <p:cNvSpPr/>
          <p:nvPr/>
        </p:nvSpPr>
        <p:spPr>
          <a:xfrm>
            <a:off x="659866" y="4062267"/>
            <a:ext cx="562791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b="1" dirty="0" smtClean="0"/>
              <a:t>HTML </a:t>
            </a:r>
            <a:r>
              <a:rPr lang="es-MX" dirty="0" smtClean="0"/>
              <a:t>es un lenguaje de marcado que se utiliza para definir la estructura y el contenido de una página web. Con HTML, puedes crear elementos como:</a:t>
            </a:r>
            <a:br>
              <a:rPr lang="es-MX" dirty="0" smtClean="0"/>
            </a:br>
            <a:r>
              <a:rPr lang="es-MX" dirty="0" smtClean="0"/>
              <a:t/>
            </a:r>
            <a:br>
              <a:rPr lang="es-MX" dirty="0" smtClean="0"/>
            </a:br>
            <a:endParaRPr lang="es-AR" dirty="0"/>
          </a:p>
        </p:txBody>
      </p:sp>
      <p:sp>
        <p:nvSpPr>
          <p:cNvPr id="7" name="Rectángulo 6"/>
          <p:cNvSpPr/>
          <p:nvPr/>
        </p:nvSpPr>
        <p:spPr>
          <a:xfrm>
            <a:off x="425823" y="5110807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s-MX" dirty="0" smtClean="0"/>
              <a:t>Títulos y encabezados</a:t>
            </a:r>
            <a:endParaRPr lang="es-MX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MX" dirty="0" smtClean="0"/>
              <a:t>Párrafos y texto</a:t>
            </a:r>
            <a:endParaRPr lang="es-MX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MX" dirty="0" smtClean="0"/>
              <a:t>Imágenes y multimedia</a:t>
            </a:r>
            <a:endParaRPr lang="es-MX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MX" dirty="0" smtClean="0"/>
              <a:t>Enlaces y botones</a:t>
            </a:r>
            <a:endParaRPr lang="es-MX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MX" dirty="0" smtClean="0"/>
              <a:t>Formularios y campos de entrada</a:t>
            </a:r>
            <a:endParaRPr lang="es-AR" dirty="0"/>
          </a:p>
        </p:txBody>
      </p:sp>
      <p:sp>
        <p:nvSpPr>
          <p:cNvPr id="8" name="Rectángulo 7"/>
          <p:cNvSpPr/>
          <p:nvPr/>
        </p:nvSpPr>
        <p:spPr>
          <a:xfrm>
            <a:off x="6521823" y="400107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MX" b="1" dirty="0" smtClean="0"/>
              <a:t>CSS </a:t>
            </a:r>
            <a:r>
              <a:rPr lang="es-MX" dirty="0" smtClean="0"/>
              <a:t>es un lenguaje de estilo que se utiliza para controlar la presentación visual de una página web. Con CSS, puedes definir:</a:t>
            </a:r>
            <a:br>
              <a:rPr lang="es-MX" dirty="0" smtClean="0"/>
            </a:br>
            <a:endParaRPr lang="es-AR" dirty="0"/>
          </a:p>
        </p:txBody>
      </p:sp>
      <p:sp>
        <p:nvSpPr>
          <p:cNvPr id="9" name="Rectángulo 8"/>
          <p:cNvSpPr/>
          <p:nvPr/>
        </p:nvSpPr>
        <p:spPr>
          <a:xfrm>
            <a:off x="6521823" y="5201404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s-MX" dirty="0" smtClean="0"/>
              <a:t>Colores y fondos</a:t>
            </a:r>
            <a:endParaRPr lang="es-MX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MX" dirty="0" smtClean="0"/>
              <a:t>Tipografía y tamaño de texto</a:t>
            </a:r>
            <a:endParaRPr lang="es-MX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MX" dirty="0" smtClean="0"/>
              <a:t>Espaciado y alineación</a:t>
            </a:r>
            <a:endParaRPr lang="es-MX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MX" dirty="0" smtClean="0"/>
              <a:t>Bordes y sombras</a:t>
            </a:r>
            <a:endParaRPr lang="es-MX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MX" dirty="0" smtClean="0"/>
              <a:t>Diseño y distribución de elementos</a:t>
            </a:r>
            <a:endParaRPr lang="es-AR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1014" r="94257">
                        <a14:foregroundMark x1="65541" y1="78363" x2="86486" y2="91228"/>
                        <a14:foregroundMark x1="81757" y1="41520" x2="60473" y2="39181"/>
                        <a14:foregroundMark x1="84459" y1="36842" x2="72297" y2="37427"/>
                        <a14:foregroundMark x1="77027" y1="78947" x2="81081" y2="54971"/>
                        <a14:foregroundMark x1="82770" y1="78363" x2="78716" y2="54971"/>
                        <a14:foregroundMark x1="64189" y1="39766" x2="70608" y2="56725"/>
                        <a14:foregroundMark x1="77703" y1="59649" x2="77703" y2="59649"/>
                        <a14:foregroundMark x1="72297" y1="56725" x2="87500" y2="45029"/>
                        <a14:foregroundMark x1="64865" y1="45029" x2="65203" y2="54386"/>
                        <a14:foregroundMark x1="64189" y1="72515" x2="75000" y2="80702"/>
                        <a14:foregroundMark x1="25676" y1="91813" x2="26689" y2="23977"/>
                        <a14:foregroundMark x1="41554" y1="90643" x2="9459" y2="23392"/>
                        <a14:foregroundMark x1="16554" y1="82456" x2="26689" y2="16959"/>
                        <a14:foregroundMark x1="29054" y1="22222" x2="38514" y2="80117"/>
                        <a14:foregroundMark x1="29392" y1="92982" x2="35135" y2="42690"/>
                        <a14:foregroundMark x1="19932" y1="90643" x2="10135" y2="42690"/>
                        <a14:foregroundMark x1="28716" y1="11111" x2="28716" y2="11111"/>
                        <a14:foregroundMark x1="19257" y1="1754" x2="19257" y2="1754"/>
                        <a14:foregroundMark x1="16892" y1="9942" x2="16892" y2="9942"/>
                        <a14:foregroundMark x1="20608" y1="13450" x2="20608" y2="134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8302"/>
          <a:stretch/>
        </p:blipFill>
        <p:spPr>
          <a:xfrm>
            <a:off x="8334103" y="2220686"/>
            <a:ext cx="3463064" cy="163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377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440" y="-51435"/>
            <a:ext cx="12283440" cy="6909435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AR" sz="4800" u="sng" dirty="0" smtClean="0"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Gill Sans Ultra Bold Condensed" panose="020B0A06020104020203" pitchFamily="34" charset="0"/>
              </a:rPr>
              <a:t>PAGINAS ESCOLARES </a:t>
            </a:r>
            <a:endParaRPr lang="es-AR" sz="4800" u="sng" dirty="0"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  <a:latin typeface="Gill Sans Ultra Bold Condensed" panose="020B0A06020104020203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/>
          <a:srcRect l="7666" t="13840" r="36813" b="4016"/>
          <a:stretch/>
        </p:blipFill>
        <p:spPr>
          <a:xfrm>
            <a:off x="838200" y="1690688"/>
            <a:ext cx="2962336" cy="426682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4"/>
          <a:srcRect l="8469" t="20447" r="38822" b="10267"/>
          <a:stretch/>
        </p:blipFill>
        <p:spPr>
          <a:xfrm>
            <a:off x="4203309" y="1690688"/>
            <a:ext cx="3438461" cy="453281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5"/>
          <a:srcRect l="7767" t="15432" r="8627" b="5446"/>
          <a:stretch/>
        </p:blipFill>
        <p:spPr>
          <a:xfrm>
            <a:off x="8138160" y="1690688"/>
            <a:ext cx="4053840" cy="476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6949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184</Words>
  <Application>Microsoft Office PowerPoint</Application>
  <PresentationFormat>Panorámica</PresentationFormat>
  <Paragraphs>26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0" baseType="lpstr">
      <vt:lpstr>Arial</vt:lpstr>
      <vt:lpstr>Bahnschrift SemiBold Condensed</vt:lpstr>
      <vt:lpstr>Calibri</vt:lpstr>
      <vt:lpstr>Calibri Light</vt:lpstr>
      <vt:lpstr>Gill Sans Ultra Bold Condensed</vt:lpstr>
      <vt:lpstr>Wingdings</vt:lpstr>
      <vt:lpstr>Tema de Office</vt:lpstr>
      <vt:lpstr>PROYECTO TECNOLOGICO EN INFORMATICA </vt:lpstr>
      <vt:lpstr>¿Qué es una página web? </vt:lpstr>
      <vt:lpstr>PAGINAS ESCOLARES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TECNOLOGICO EN INFORMATICA</dc:title>
  <dc:creator>Estudiante</dc:creator>
  <cp:lastModifiedBy>Estudiante</cp:lastModifiedBy>
  <cp:revision>6</cp:revision>
  <dcterms:created xsi:type="dcterms:W3CDTF">2025-10-07T04:16:42Z</dcterms:created>
  <dcterms:modified xsi:type="dcterms:W3CDTF">2025-10-15T03:46:02Z</dcterms:modified>
</cp:coreProperties>
</file>